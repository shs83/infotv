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spAutoFit/>
          </a:bodyPr>
          <a:p>
            <a:pPr indent="0" algn="ctr">
              <a:buNone/>
            </a:pP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226080"/>
            <a:ext cx="9071640" cy="946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>
              <a:buNone/>
              <a:def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buNone/>
            </a:pPr>
            <a:r>
              <a:rPr lang="en-US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title text format</a:t>
            </a:r>
            <a:endParaRPr lang="en-US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1640" cy="3288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1pPr>
            <a:lvl2pPr lvl="1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2pPr>
            <a:lvl3pPr lvl="2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3pPr>
            <a:lvl4pPr lvl="3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4pPr>
            <a:lvl5pPr lvl="4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5pPr>
            <a:lvl6pPr lvl="5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6pPr>
            <a:lvl7pPr lvl="6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defRPr>
            </a:lvl7pPr>
          </a:lstStyle>
          <a:p>
            <a:pPr marL="432000" indent="-324000" algn="l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  <a:endParaRPr lang="en-US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 algn="l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  <a:endParaRPr lang="en-US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 algn="l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  <a:endParaRPr lang="en-US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 algn="l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 algn="l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4B008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 txBox="1"/>
          <p:nvPr/>
        </p:nvSpPr>
        <p:spPr>
          <a:xfrm>
            <a:off x="720000" y="1800000"/>
            <a:ext cx="8640000" cy="180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spAutoFit/>
          </a:bodyPr>
          <a:p>
            <a:pPr algn="ctr"/>
            <a:r>
              <a:rPr lang="en-US" sz="4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Tervetuloa / Welcome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InfoTV – dia 1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ED72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"/>
          <p:cNvSpPr txBox="1"/>
          <p:nvPr/>
        </p:nvSpPr>
        <p:spPr>
          <a:xfrm>
            <a:off x="720000" y="1800000"/>
            <a:ext cx="8640000" cy="1800000"/>
          </a:xfrm>
          <a:prstGeom prst="rect">
            <a:avLst/>
          </a:prstGeom>
          <a:noFill/>
          <a:ln>
            <a:noFill/>
          </a:ln>
        </p:spPr>
        <p:txBody>
          <a:bodyPr lIns="90000" tIns="45000" rIns="90000" bIns="45000" anchor="ctr">
            <a:spAutoFit/>
          </a:bodyPr>
          <a:p>
            <a:pPr algn="ctr"/>
            <a:r>
              <a:rPr lang="en-US" sz="48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PowerPoint-tuonti toimii!</a:t>
            </a:r>
            <a:endParaRPr lang="en-US" sz="48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algn="ctr"/>
            <a:r>
              <a:rPr lang="en-US" sz="2600" b="0" u="none" strike="noStrike">
                <a:solidFill>
                  <a:srgbClr val="FFFFFF"/>
                </a:solidFill>
                <a:effectLst/>
                <a:uFillTx/>
                <a:latin typeface="Arial"/>
              </a:rPr>
              <a:t>InfoTV – dia 2</a:t>
            </a:r>
            <a:endParaRPr lang="en-US" sz="2600" b="0" u="none" strike="noStrik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LibreOffice/26.8.1.1$Linux_X86_64 LibreOffice_project/680$Build-1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cp:revision>0</cp:revision>
  <dc:subject/>
  <dc:title/>
</cp:coreProperties>
</file>